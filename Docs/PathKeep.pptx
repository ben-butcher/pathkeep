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783F6-CD47-1045-1B76-A7F0FBB0B2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53D68C-1A4C-A7FB-ECFA-BFD564D64E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E9E7C-127D-4609-7495-FDD17B013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ADC42-63AF-60F1-2134-FE2A2ADA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7888F-1A57-B7AC-4AA7-2C9CC92A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018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6FF62-4E57-F5B1-A6AE-A2B7316E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E95A2-F20A-2045-ED4A-DB4424433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2D7F4-FABA-B6CD-51DC-373D1BAD5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8FB59-8B03-FFE3-59AB-419D08508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4C63E-0EFB-0A1D-1F80-7E2EDC27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49157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98F41-E731-2641-674D-D112ED451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2EE41-835D-43C7-74C3-08869B39C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AEAFF-6F39-5C06-12AA-BF4E38D38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E468A-D7B2-CCCB-5531-97BAEA7DC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0BBC-BAE2-18B5-980D-7F0F04BA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40031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6023-083B-5ACF-2167-12F24B4B6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5D4D3-CB57-8D7E-2A3D-F15139A72F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5A1BB-430C-CCCF-7372-0E6DE4966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F1E74-0FD7-00AD-6237-33DC9611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69A0D-4E63-F9C4-77B3-ACC742E6C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FEADF3-02B6-E7F8-5FA7-16EC3338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48882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3C21-A57F-A653-FF08-2D4C6049A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3FCFAF-67AD-46FE-14E5-ACF33B7CD0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E496D-00EE-8315-20DB-C9C1DC0AB3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352B47-FE93-46DB-C707-006813F114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ABCC62-653C-1EB1-6A41-67BEB88F01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9F148C-73FC-37E1-103E-FF07CE558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BF0545-CB5F-F347-0A43-04850DEC2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7D9763-BB36-0EE5-38BB-EECFDD727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6300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D70FD-B129-3F14-B448-69099D93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99ECFE-58F0-9611-028E-BAD86D536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DAF39B-D95E-4C36-85E1-FDF454CA5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68757-5D6A-62B8-6CE3-A0C78D33D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7766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5913A4-FCFB-6889-9B22-6ACD2B883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EEEFE1-B1DE-30D0-2FC6-832E75E5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D7A6B-AC97-68EC-C645-9426BE863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90525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DFC9C-9AA0-29F7-39A6-5AC8305DF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6FCD-F149-195E-DE2D-0056E8D4F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16AB5-0ECD-5A91-9395-E9B88C697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F09D4-5C77-99B7-F12A-D93CFBE18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3F576-D07F-0985-10E2-3D6532DD1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1CEAF-5B83-0B03-4C4E-1A23396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3184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1CABB-F667-6B28-F2C2-C09474653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B3A615-87F5-EB57-ED7A-4305EF30A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3F4E0-9536-4BC6-EA53-CE64289910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714B-5211-6F57-D295-BC778FB65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5BE1D-11F7-09D4-BBFB-8977F0EA0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23FC0D-8033-F44C-F2E4-222861C0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6771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03354-3994-CF8C-DD33-D392C1F3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19CDEB-0246-CF3D-D63A-4DD7A17DE7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44AF7-77FF-5923-D2FB-D893048A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E30B8-82C6-FE9D-B291-741C0BF5C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D52A7-EE59-97EB-FDE6-5EDB23568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413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5B55C5-12AB-1485-5227-B587A279D7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E1DD34-4B16-57CC-5436-C8129A9ABF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46A6B-F24D-3D3A-2650-3A027EDC1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8C3BB-4AC6-4F82-A7F8-1C4F46CC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A0AEA-AD79-C4DE-2BB8-11F775937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61551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5F639C-002F-3747-5AB5-64DE097E4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60801-FF8A-A3E6-6749-F7CF59D52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42B50-0CC5-B345-CC5D-5404FB7EF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CFE89-293E-450A-B9D0-B88315816D2D}" type="datetimeFigureOut">
              <a:rPr lang="en-ZA" smtClean="0"/>
              <a:t>2026/09/10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1AC8-12D5-BEB5-B7A6-096DAA1B6E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7F074-43C1-D6F1-E981-B62465B0A2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80616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FD2C4B-8F2C-1B06-294A-75933A75B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0908" y="1220919"/>
            <a:ext cx="5425781" cy="2387600"/>
          </a:xfrm>
        </p:spPr>
        <p:txBody>
          <a:bodyPr>
            <a:normAutofit/>
          </a:bodyPr>
          <a:lstStyle/>
          <a:p>
            <a:pPr algn="l"/>
            <a:r>
              <a:rPr lang="en-ZA" dirty="0" err="1"/>
              <a:t>PathKeep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268568-B877-B63E-2019-E730E4AAE2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0908" y="3700594"/>
            <a:ext cx="5425781" cy="1655762"/>
          </a:xfrm>
        </p:spPr>
        <p:txBody>
          <a:bodyPr>
            <a:normAutofit/>
          </a:bodyPr>
          <a:lstStyle/>
          <a:p>
            <a:pPr algn="l"/>
            <a:r>
              <a:rPr lang="en-ZA" dirty="0"/>
              <a:t>Saving the Semester Before the Leaves fall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68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AC4A57-3173-31CB-9CBD-A3692497F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ZA" dirty="0"/>
              <a:t>Problem Statement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9C399-7F36-90C9-4683-97E02C184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ZA" sz="2600" b="1" dirty="0"/>
              <a:t>The Heavy Load</a:t>
            </a:r>
            <a:r>
              <a:rPr lang="en-ZA" sz="2600" dirty="0"/>
              <a:t>: </a:t>
            </a:r>
            <a:r>
              <a:rPr lang="en-ZA" sz="2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Student juggle heavy course load, endless deadlines, and personal duties with no centralized visibility</a:t>
            </a:r>
          </a:p>
          <a:p>
            <a:r>
              <a:rPr lang="en-ZA" sz="2600" b="1" dirty="0"/>
              <a:t>The Blind Spot</a:t>
            </a:r>
            <a:r>
              <a:rPr lang="en-ZA" sz="2600" dirty="0"/>
              <a:t>: </a:t>
            </a:r>
            <a:r>
              <a:rPr lang="en-ZA" sz="2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Struggling students slip through the crack without being noticed or acknowledge</a:t>
            </a:r>
          </a:p>
          <a:p>
            <a:r>
              <a:rPr lang="en-ZA" sz="2600" b="1" dirty="0"/>
              <a:t>The Institutional Delay</a:t>
            </a:r>
            <a:r>
              <a:rPr lang="en-ZA" sz="2600" dirty="0"/>
              <a:t>: </a:t>
            </a:r>
            <a:r>
              <a:rPr lang="en-ZA" sz="2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Tradition universities react after final results are posted, too late to save the semester 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159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6336DB-2C57-5962-C2A7-AE9E1881E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ZA" dirty="0"/>
              <a:t>Why Technology	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8C78B-C890-2732-FA73-3064455BA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11240" cy="4351338"/>
          </a:xfrm>
        </p:spPr>
        <p:txBody>
          <a:bodyPr>
            <a:normAutofit/>
          </a:bodyPr>
          <a:lstStyle/>
          <a:p>
            <a:r>
              <a:rPr lang="en-ZA" b="1" dirty="0"/>
              <a:t>Universal Access</a:t>
            </a:r>
            <a:r>
              <a:rPr lang="en-ZA" dirty="0"/>
              <a:t>: </a:t>
            </a:r>
            <a:r>
              <a:rPr lang="en-ZA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Almost everyone carries a smart device (Smartphone, Computer)</a:t>
            </a:r>
          </a:p>
          <a:p>
            <a:r>
              <a:rPr lang="en-ZA" b="1" dirty="0"/>
              <a:t>Real-Time Deliver</a:t>
            </a:r>
            <a:r>
              <a:rPr lang="en-ZA" dirty="0"/>
              <a:t>: </a:t>
            </a:r>
            <a:r>
              <a:rPr lang="en-ZA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best medium to push instant reminders and alerts</a:t>
            </a:r>
            <a:r>
              <a:rPr lang="en-ZA" dirty="0"/>
              <a:t>.</a:t>
            </a:r>
          </a:p>
          <a:p>
            <a:r>
              <a:rPr lang="en-ZA" b="1" dirty="0"/>
              <a:t>Target Audience</a:t>
            </a:r>
            <a:r>
              <a:rPr lang="en-ZA" dirty="0"/>
              <a:t>: </a:t>
            </a:r>
            <a:r>
              <a:rPr lang="en-ZA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Built for school pupils and University students who live on these platforms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083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CE6914-050E-A222-289E-07D2C1D72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ZA" dirty="0"/>
              <a:t>Meet </a:t>
            </a:r>
            <a:r>
              <a:rPr lang="en-ZA" dirty="0" err="1"/>
              <a:t>PathKeep</a:t>
            </a:r>
            <a:endParaRPr lang="en-ZA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BA5CB-29C7-F8AA-A9D2-6E451B314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ZA" sz="2400"/>
              <a:t>Core Mission: Catch student before they fall through, A proactive module flagging and smart intervention </a:t>
            </a:r>
          </a:p>
          <a:p>
            <a:r>
              <a:rPr lang="en-ZA" sz="2400"/>
              <a:t>Module Flagging: Automatically detects and highlights a-risk subject</a:t>
            </a:r>
          </a:p>
          <a:p>
            <a:r>
              <a:rPr lang="en-ZA" sz="2400"/>
              <a:t>Study </a:t>
            </a:r>
            <a:r>
              <a:rPr lang="en-ZA" sz="2400" err="1"/>
              <a:t>TimeTable</a:t>
            </a:r>
            <a:r>
              <a:rPr lang="en-ZA" sz="2400"/>
              <a:t> Generator: Creates structured schedules tailored to students workloads</a:t>
            </a:r>
          </a:p>
          <a:p>
            <a:r>
              <a:rPr lang="en-ZA" sz="2400"/>
              <a:t>AI Action Suggestion: Recommends practical next steps (Like tutoring) to get back on track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538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2FEB64-6EEA-4759-B4A4-BD2C1E66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393" y="847600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9D8DF9-6D2F-081C-0A34-DF925272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278" y="1233241"/>
            <a:ext cx="3240506" cy="4064628"/>
          </a:xfrm>
        </p:spPr>
        <p:txBody>
          <a:bodyPr>
            <a:normAutofit/>
          </a:bodyPr>
          <a:lstStyle/>
          <a:p>
            <a:r>
              <a:rPr lang="en-ZA">
                <a:solidFill>
                  <a:srgbClr val="FFFFFF"/>
                </a:solidFill>
              </a:rPr>
              <a:t>What PathKeep Delivers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0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61511" y="-1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2E46E-B407-91F1-A983-D0CF77278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20880"/>
            <a:ext cx="5257799" cy="4889350"/>
          </a:xfrm>
        </p:spPr>
        <p:txBody>
          <a:bodyPr anchor="t">
            <a:normAutofit/>
          </a:bodyPr>
          <a:lstStyle/>
          <a:p>
            <a:pPr lvl="0"/>
            <a:r>
              <a:rPr lang="en-ZA" sz="2600"/>
              <a:t>📊 </a:t>
            </a:r>
            <a:r>
              <a:rPr lang="en-ZA" sz="2600" b="1"/>
              <a:t>Student Risk Dashboard:</a:t>
            </a:r>
            <a:r>
              <a:rPr lang="en-ZA" sz="2600"/>
              <a:t> Clear performance and engagement metrics at a glance.</a:t>
            </a:r>
          </a:p>
          <a:p>
            <a:pPr lvl="0"/>
            <a:r>
              <a:rPr lang="en-ZA" sz="2600"/>
              <a:t>🗓️ </a:t>
            </a:r>
            <a:r>
              <a:rPr lang="en-ZA" sz="2600" b="1"/>
              <a:t>Adaptive Timetables:</a:t>
            </a:r>
            <a:r>
              <a:rPr lang="en-ZA" sz="2600"/>
              <a:t> Automatically generated schedules built around personal weak points.</a:t>
            </a:r>
          </a:p>
          <a:p>
            <a:pPr lvl="0"/>
            <a:r>
              <a:rPr lang="en-ZA" sz="2600"/>
              <a:t>🤖 </a:t>
            </a:r>
            <a:r>
              <a:rPr lang="en-ZA" sz="2600" b="1"/>
              <a:t>AI Interventions:</a:t>
            </a:r>
            <a:r>
              <a:rPr lang="en-ZA" sz="2600"/>
              <a:t> Contextual, intelligent recommendations to guide student success.</a:t>
            </a:r>
          </a:p>
          <a:p>
            <a:pPr marL="0" indent="0">
              <a:buNone/>
            </a:pPr>
            <a:endParaRPr lang="en-ZA" sz="260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05056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2972" y="6258755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9321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353680-022C-0361-7EA4-99929995E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ZA">
                <a:solidFill>
                  <a:srgbClr val="FFFFFF"/>
                </a:solidFill>
              </a:rPr>
              <a:t>System Design and Architecture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A0891-24CD-A410-0BB5-43AC6459D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lvl="0"/>
            <a:r>
              <a:rPr lang="en-ZA" sz="2200" b="1" dirty="0"/>
              <a:t>Users:</a:t>
            </a:r>
            <a:r>
              <a:rPr lang="en-ZA" sz="2200" dirty="0"/>
              <a:t> Learners/Students &amp; Teachers/Lecturers</a:t>
            </a:r>
          </a:p>
          <a:p>
            <a:pPr lvl="0"/>
            <a:r>
              <a:rPr lang="en-ZA" sz="2200" b="1" dirty="0"/>
              <a:t>Frontend:</a:t>
            </a:r>
            <a:r>
              <a:rPr lang="en-ZA" sz="2200" dirty="0"/>
              <a:t> [ React Application ] (Interactive User Interface)</a:t>
            </a:r>
          </a:p>
          <a:p>
            <a:pPr lvl="0"/>
            <a:r>
              <a:rPr lang="en-ZA" sz="2200" b="1" dirty="0"/>
              <a:t>Backend:</a:t>
            </a:r>
            <a:r>
              <a:rPr lang="en-ZA" sz="2200" dirty="0"/>
              <a:t> [ NodeJS / Express ] (Processing Layer &amp; Logic)</a:t>
            </a:r>
          </a:p>
          <a:p>
            <a:pPr lvl="0"/>
            <a:r>
              <a:rPr lang="en-ZA" sz="2200" b="1" dirty="0"/>
              <a:t>Database:</a:t>
            </a:r>
            <a:r>
              <a:rPr lang="en-ZA" sz="2200" dirty="0"/>
              <a:t> [ PostgreSQL ] (Secure Relational Data)</a:t>
            </a:r>
          </a:p>
          <a:p>
            <a:pPr lvl="0"/>
            <a:r>
              <a:rPr lang="en-ZA" sz="2200" b="1" dirty="0"/>
              <a:t>Intelligence:</a:t>
            </a:r>
            <a:r>
              <a:rPr lang="en-ZA" sz="2200" dirty="0"/>
              <a:t> [ Google Gemini API ] (Smart Recommendations &amp; Scheduling)</a:t>
            </a:r>
          </a:p>
          <a:p>
            <a:pPr marL="0" indent="0">
              <a:buNone/>
            </a:pPr>
            <a:endParaRPr lang="en-ZA" sz="2200" dirty="0"/>
          </a:p>
        </p:txBody>
      </p:sp>
    </p:spTree>
    <p:extLst>
      <p:ext uri="{BB962C8B-B14F-4D97-AF65-F5344CB8AC3E}">
        <p14:creationId xmlns:p14="http://schemas.microsoft.com/office/powerpoint/2010/main" val="2640148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268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PathKeep</vt:lpstr>
      <vt:lpstr>Problem Statement</vt:lpstr>
      <vt:lpstr>Why Technology </vt:lpstr>
      <vt:lpstr>Meet PathKeep</vt:lpstr>
      <vt:lpstr>What PathKeep Delivers</vt:lpstr>
      <vt:lpstr>System Design and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 Tembe</dc:creator>
  <cp:lastModifiedBy>B Tembe</cp:lastModifiedBy>
  <cp:revision>5</cp:revision>
  <dcterms:created xsi:type="dcterms:W3CDTF">2026-09-09T12:36:01Z</dcterms:created>
  <dcterms:modified xsi:type="dcterms:W3CDTF">2026-09-10T09:26:25Z</dcterms:modified>
</cp:coreProperties>
</file>