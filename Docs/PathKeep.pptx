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783F6-CD47-1045-1B76-A7F0FBB0B2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53D68C-1A4C-A7FB-ECFA-BFD564D64E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E9E7C-127D-4609-7495-FDD17B013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FE89-293E-450A-B9D0-B88315816D2D}" type="datetimeFigureOut">
              <a:rPr lang="en-ZA" smtClean="0"/>
              <a:t>2026/09/09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ADC42-63AF-60F1-2134-FE2A2ADA6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7888F-1A57-B7AC-4AA7-2C9CC92AF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1743D-80D9-477B-A99A-680CEC2EF90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0187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6FF62-4E57-F5B1-A6AE-A2B7316E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E95A2-F20A-2045-ED4A-DB4424433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2D7F4-FABA-B6CD-51DC-373D1BAD5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FE89-293E-450A-B9D0-B88315816D2D}" type="datetimeFigureOut">
              <a:rPr lang="en-ZA" smtClean="0"/>
              <a:t>2026/09/09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8FB59-8B03-FFE3-59AB-419D08508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4C63E-0EFB-0A1D-1F80-7E2EDC27B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1743D-80D9-477B-A99A-680CEC2EF90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49157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98F41-E731-2641-674D-D112ED451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2EE41-835D-43C7-74C3-08869B39C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AEAFF-6F39-5C06-12AA-BF4E38D38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FE89-293E-450A-B9D0-B88315816D2D}" type="datetimeFigureOut">
              <a:rPr lang="en-ZA" smtClean="0"/>
              <a:t>2026/09/09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E468A-D7B2-CCCB-5531-97BAEA7DC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30BBC-BAE2-18B5-980D-7F0F04BA5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1743D-80D9-477B-A99A-680CEC2EF90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40031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86023-083B-5ACF-2167-12F24B4B6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5D4D3-CB57-8D7E-2A3D-F15139A72F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5A1BB-430C-CCCF-7372-0E6DE4966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F1E74-0FD7-00AD-6237-33DC96119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FE89-293E-450A-B9D0-B88315816D2D}" type="datetimeFigureOut">
              <a:rPr lang="en-ZA" smtClean="0"/>
              <a:t>2026/09/09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D69A0D-4E63-F9C4-77B3-ACC742E6C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FEADF3-02B6-E7F8-5FA7-16EC3338F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1743D-80D9-477B-A99A-680CEC2EF90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48882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03C21-A57F-A653-FF08-2D4C6049A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FCFAF-67AD-46FE-14E5-ACF33B7CD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E496D-00EE-8315-20DB-C9C1DC0AB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352B47-FE93-46DB-C707-006813F114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ABCC62-653C-1EB1-6A41-67BEB88F01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9F148C-73FC-37E1-103E-FF07CE558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FE89-293E-450A-B9D0-B88315816D2D}" type="datetimeFigureOut">
              <a:rPr lang="en-ZA" smtClean="0"/>
              <a:t>2026/09/09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BF0545-CB5F-F347-0A43-04850DEC2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7D9763-BB36-0EE5-38BB-EECFDD727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1743D-80D9-477B-A99A-680CEC2EF90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6300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D70FD-B129-3F14-B448-69099D934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99ECFE-58F0-9611-028E-BAD86D536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FE89-293E-450A-B9D0-B88315816D2D}" type="datetimeFigureOut">
              <a:rPr lang="en-ZA" smtClean="0"/>
              <a:t>2026/09/09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DAF39B-D95E-4C36-85E1-FDF454CA5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868757-5D6A-62B8-6CE3-A0C78D33D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1743D-80D9-477B-A99A-680CEC2EF90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77663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5913A4-FCFB-6889-9B22-6ACD2B883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FE89-293E-450A-B9D0-B88315816D2D}" type="datetimeFigureOut">
              <a:rPr lang="en-ZA" smtClean="0"/>
              <a:t>2026/09/09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EEEFE1-B1DE-30D0-2FC6-832E75E51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D7A6B-AC97-68EC-C645-9426BE863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1743D-80D9-477B-A99A-680CEC2EF90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90525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DFC9C-9AA0-29F7-39A6-5AC8305DF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A6FCD-F149-195E-DE2D-0056E8D4F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A16AB5-0ECD-5A91-9395-E9B88C697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F09D4-5C77-99B7-F12A-D93CFBE18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FE89-293E-450A-B9D0-B88315816D2D}" type="datetimeFigureOut">
              <a:rPr lang="en-ZA" smtClean="0"/>
              <a:t>2026/09/09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83F576-D07F-0985-10E2-3D6532DD1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01CEAF-5B83-0B03-4C4E-1A23396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1743D-80D9-477B-A99A-680CEC2EF90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83184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1CABB-F667-6B28-F2C2-C09474653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B3A615-87F5-EB57-ED7A-4305EF30A5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3F4E0-9536-4BC6-EA53-CE6428991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40714B-5211-6F57-D295-BC778FB65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FE89-293E-450A-B9D0-B88315816D2D}" type="datetimeFigureOut">
              <a:rPr lang="en-ZA" smtClean="0"/>
              <a:t>2026/09/09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5BE1D-11F7-09D4-BBFB-8977F0EA0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23FC0D-8033-F44C-F2E4-222861C06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1743D-80D9-477B-A99A-680CEC2EF90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6771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03354-3994-CF8C-DD33-D392C1F30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19CDEB-0246-CF3D-D63A-4DD7A17DE7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44AF7-77FF-5923-D2FB-D893048AF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FE89-293E-450A-B9D0-B88315816D2D}" type="datetimeFigureOut">
              <a:rPr lang="en-ZA" smtClean="0"/>
              <a:t>2026/09/09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E30B8-82C6-FE9D-B291-741C0BF5C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D52A7-EE59-97EB-FDE6-5EDB23568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1743D-80D9-477B-A99A-680CEC2EF90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41323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5B55C5-12AB-1485-5227-B587A279D7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E1DD34-4B16-57CC-5436-C8129A9AB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46A6B-F24D-3D3A-2650-3A027EDC1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FE89-293E-450A-B9D0-B88315816D2D}" type="datetimeFigureOut">
              <a:rPr lang="en-ZA" smtClean="0"/>
              <a:t>2026/09/09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8C3BB-4AC6-4F82-A7F8-1C4F46CC1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A0AEA-AD79-C4DE-2BB8-11F775937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1743D-80D9-477B-A99A-680CEC2EF90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61551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5F639C-002F-3747-5AB5-64DE097E4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60801-FF8A-A3E6-6749-F7CF59D52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42B50-0CC5-B345-CC5D-5404FB7EFF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2CFE89-293E-450A-B9D0-B88315816D2D}" type="datetimeFigureOut">
              <a:rPr lang="en-ZA" smtClean="0"/>
              <a:t>2026/09/09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E1AC8-12D5-BEB5-B7A6-096DAA1B6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7F074-43C1-D6F1-E981-B62465B0A2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C1743D-80D9-477B-A99A-680CEC2EF90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80616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D2C4B-8F2C-1B06-294A-75933A75B9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 err="1"/>
              <a:t>PathKeep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268568-B877-B63E-2019-E730E4AAE2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/>
              <a:t>Saving the Semester Before the </a:t>
            </a:r>
            <a:r>
              <a:rPr lang="en-ZA"/>
              <a:t>Leaves fall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619268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C4A57-3173-31CB-9CBD-A3692497F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9C399-7F36-90C9-4683-97E02C184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The Heavy Load: Student juggle heavy course load, endless deadlines, and personal duties with no centralized visibility</a:t>
            </a:r>
          </a:p>
          <a:p>
            <a:r>
              <a:rPr lang="en-ZA" dirty="0"/>
              <a:t>The Blind Spot: Struggling students slip through the crack without being noticed or acknowledge</a:t>
            </a:r>
          </a:p>
          <a:p>
            <a:r>
              <a:rPr lang="en-ZA" dirty="0"/>
              <a:t>The Institutional Delay: Tradition universities react after final results are posted, too late to save the semester  </a:t>
            </a:r>
          </a:p>
        </p:txBody>
      </p:sp>
    </p:spTree>
    <p:extLst>
      <p:ext uri="{BB962C8B-B14F-4D97-AF65-F5344CB8AC3E}">
        <p14:creationId xmlns:p14="http://schemas.microsoft.com/office/powerpoint/2010/main" val="3506315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64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PathKeep</vt:lpstr>
      <vt:lpstr>Problem Statement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 Tembe</dc:creator>
  <cp:lastModifiedBy>B Tembe</cp:lastModifiedBy>
  <cp:revision>2</cp:revision>
  <dcterms:created xsi:type="dcterms:W3CDTF">2026-09-09T12:36:01Z</dcterms:created>
  <dcterms:modified xsi:type="dcterms:W3CDTF">2026-09-09T12:50:51Z</dcterms:modified>
</cp:coreProperties>
</file>